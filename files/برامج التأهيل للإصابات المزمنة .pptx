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8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67" r:id="rId14"/>
    <p:sldId id="257" r:id="rId15"/>
    <p:sldId id="256" r:id="rId16"/>
    <p:sldId id="259" r:id="rId17"/>
    <p:sldId id="260" r:id="rId18"/>
    <p:sldId id="266" r:id="rId19"/>
    <p:sldId id="263" r:id="rId20"/>
    <p:sldId id="265" r:id="rId21"/>
    <p:sldId id="282" r:id="rId22"/>
    <p:sldId id="288" r:id="rId23"/>
    <p:sldId id="283" r:id="rId24"/>
    <p:sldId id="291" r:id="rId25"/>
    <p:sldId id="280" r:id="rId26"/>
    <p:sldId id="284" r:id="rId27"/>
    <p:sldId id="285" r:id="rId28"/>
    <p:sldId id="287" r:id="rId29"/>
    <p:sldId id="29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9F9"/>
    <a:srgbClr val="21517D"/>
    <a:srgbClr val="F3E2CE"/>
    <a:srgbClr val="FAFCF0"/>
    <a:srgbClr val="C1E8E8"/>
    <a:srgbClr val="EFF9FB"/>
    <a:srgbClr val="E1EAEE"/>
    <a:srgbClr val="F4F5F7"/>
    <a:srgbClr val="EFF2F8"/>
    <a:srgbClr val="F8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1T20:28:40.977"/>
    </inkml:context>
    <inkml:brush xml:id="br0">
      <inkml:brushProperty name="width" value="0.3" units="cm"/>
      <inkml:brushProperty name="height" value="0.6" units="cm"/>
      <inkml:brushProperty name="color" value="#EAEAEA"/>
      <inkml:brushProperty name="tip" value="rectangle"/>
      <inkml:brushProperty name="rasterOp" value="maskPen"/>
      <inkml:brushProperty name="ignorePressure" value="1"/>
    </inkml:brush>
  </inkml:definitions>
  <inkml:trace contextRef="#ctx0" brushRef="#br0">70 0,'2'187,"-5"201,-1-350,-2 0,-12 46,9-49,1 0,-4 70,7-46,-1-36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1T20:28:41.242"/>
    </inkml:context>
    <inkml:brush xml:id="br0">
      <inkml:brushProperty name="width" value="0.3" units="cm"/>
      <inkml:brushProperty name="height" value="0.6" units="cm"/>
      <inkml:brushProperty name="color" value="#EAEAEA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1T20:28:40.977"/>
    </inkml:context>
    <inkml:brush xml:id="br0">
      <inkml:brushProperty name="width" value="0.3" units="cm"/>
      <inkml:brushProperty name="height" value="0.6" units="cm"/>
      <inkml:brushProperty name="color" value="#EAEAEA"/>
      <inkml:brushProperty name="tip" value="rectangle"/>
      <inkml:brushProperty name="rasterOp" value="maskPen"/>
      <inkml:brushProperty name="ignorePressure" value="1"/>
    </inkml:brush>
  </inkml:definitions>
  <inkml:trace contextRef="#ctx0" brushRef="#br0">70 0,'2'187,"-5"201,-1-350,-2 0,-12 46,9-49,1 0,-4 70,7-46,-1-36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1T20:28:41.242"/>
    </inkml:context>
    <inkml:brush xml:id="br0">
      <inkml:brushProperty name="width" value="0.3" units="cm"/>
      <inkml:brushProperty name="height" value="0.6" units="cm"/>
      <inkml:brushProperty name="color" value="#EAEAEA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1T20:28:40.977"/>
    </inkml:context>
    <inkml:brush xml:id="br0">
      <inkml:brushProperty name="width" value="0.3" units="cm"/>
      <inkml:brushProperty name="height" value="0.6" units="cm"/>
      <inkml:brushProperty name="color" value="#EAEAEA"/>
      <inkml:brushProperty name="tip" value="rectangle"/>
      <inkml:brushProperty name="rasterOp" value="maskPen"/>
      <inkml:brushProperty name="ignorePressure" value="1"/>
    </inkml:brush>
  </inkml:definitions>
  <inkml:trace contextRef="#ctx0" brushRef="#br0">70 0,'2'187,"-5"201,-1-350,-2 0,-12 46,9-49,1 0,-4 70,7-46,-1-36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1T20:28:41.242"/>
    </inkml:context>
    <inkml:brush xml:id="br0">
      <inkml:brushProperty name="width" value="0.3" units="cm"/>
      <inkml:brushProperty name="height" value="0.6" units="cm"/>
      <inkml:brushProperty name="color" value="#EAEAEA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1T20:28:40.977"/>
    </inkml:context>
    <inkml:brush xml:id="br0">
      <inkml:brushProperty name="width" value="0.3" units="cm"/>
      <inkml:brushProperty name="height" value="0.6" units="cm"/>
      <inkml:brushProperty name="color" value="#EAEAEA"/>
      <inkml:brushProperty name="tip" value="rectangle"/>
      <inkml:brushProperty name="rasterOp" value="maskPen"/>
      <inkml:brushProperty name="ignorePressure" value="1"/>
    </inkml:brush>
  </inkml:definitions>
  <inkml:trace contextRef="#ctx0" brushRef="#br0">70 0,'2'187,"-5"201,-1-350,-2 0,-12 46,9-49,1 0,-4 70,7-46,-1-36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1T20:28:41.242"/>
    </inkml:context>
    <inkml:brush xml:id="br0">
      <inkml:brushProperty name="width" value="0.3" units="cm"/>
      <inkml:brushProperty name="height" value="0.6" units="cm"/>
      <inkml:brushProperty name="color" value="#EAEAEA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CCA47-5313-4E27-B903-BC8BEA676E5A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20214-A8EA-4AB2-AB1A-B7B192868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7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820214-A8EA-4AB2-AB1A-B7B1928684B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29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820214-A8EA-4AB2-AB1A-B7B1928684B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30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AD9F2-08F6-31D5-B5B8-1E55E65E9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A70C4-20C6-FA9B-CDBE-9FFE5E8FD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6A0A8-CA1A-C237-B8E2-12A46E5FC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491C9-9B1A-6A58-89EF-A83093758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820214-A8EA-4AB2-AB1A-B7B1928684B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44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792BA-07DE-6D9D-3B5E-B6FD978E3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81FE6-127C-B3A9-C44D-675F3717C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3C221-259A-57F3-C49C-F5A7A0203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F43F4-0D03-5E05-8497-1B79C7F93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820214-A8EA-4AB2-AB1A-B7B1928684B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1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8AAE-3100-5606-7EE8-BFF03DAB5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6C596-2151-BCEB-7C44-BAF25CAA8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8DF61-80E0-AB77-146F-09FB7F725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D9A56-35C3-CA6C-59FD-6B427A5B6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820214-A8EA-4AB2-AB1A-B7B1928684B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65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A9BC-499B-FAB9-8983-432C554B8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E6442-D6EA-B848-CE38-473212F79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24837-7451-7171-71D5-442193E0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07AE-553C-4FEE-A30D-0579B365DD2C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3989A-C802-8DC7-67F1-9239E7E51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B65D8-14B6-F867-9FC3-EEC6B3C02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118-53AC-4CBC-98BD-181F6589B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5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79D7-282E-7BE2-3A5D-3AE3C4D2D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E3593-C280-68C7-6AEF-E1857A8BB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F20E2-DD90-109A-E5C3-546AD583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07AE-553C-4FEE-A30D-0579B365DD2C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E097F-16F3-F00A-606D-B69D6CB25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EED68-8833-A492-FA86-764E7362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118-53AC-4CBC-98BD-181F6589B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25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7D3A-74DB-5D28-5B7A-19F2E6486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3D65-064A-52BA-F2D8-59026D7DD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96A91-E3E1-594A-3E83-47E36316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07AE-553C-4FEE-A30D-0579B365DD2C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41CC3-6123-1F82-5042-50DB8D97E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A8644-5388-8F25-F890-97868637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118-53AC-4CBC-98BD-181F6589B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9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87988-DE1E-0943-CC59-9E7E674D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81CBF-F903-C13A-1965-DE41EA56FF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82863-A537-1AC4-0C47-90916CEEF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5D2DB-16D1-63D8-DD6C-200730F5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07AE-553C-4FEE-A30D-0579B365DD2C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A7F1C-6197-C3BB-A6E4-16376CDB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194BF-D9EF-B107-088D-7C66C5FA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118-53AC-4CBC-98BD-181F6589B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4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0580-CA28-9BA2-018A-7AE89DDBB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64947-F96E-D468-4F62-CB6C43754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CABB4-06F0-A236-4BD4-09B437BBB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32AE5-E2C8-410D-D042-46508B3F3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A67998-1B73-8F4A-EA77-0FC2A5A03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5DF76-84AC-EBDE-3079-6CF88E7D4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07AE-553C-4FEE-A30D-0579B365DD2C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8751B-CD54-458E-E6F4-9E5DFE1B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768A0C-BCBF-D00A-285E-19CF3C6B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118-53AC-4CBC-98BD-181F6589B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2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7765-52E9-A863-7832-3535E575F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A36A-54D6-FEFC-6462-6E1531C3F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07AE-553C-4FEE-A30D-0579B365DD2C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6B27B-2CF2-603E-3EDE-75C577C85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82858-724E-F30E-6AA6-1A01A540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118-53AC-4CBC-98BD-181F6589B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33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328502-81B9-5B5F-4FF4-E2E9B1EB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07AE-553C-4FEE-A30D-0579B365DD2C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01017-201A-0916-4E1E-C5A0E881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3DBF9-E42C-56CC-BC16-0BBAD7718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118-53AC-4CBC-98BD-181F6589B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31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4FDC-A0C5-F459-71FC-6213B510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8FF7-0198-0E87-AE44-F5E18BA55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6EA1B-A6AA-53F8-6DF4-CC0CFDF76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2F378-8DE1-54D9-6625-BC80B777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07AE-553C-4FEE-A30D-0579B365DD2C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8B5AB-1D62-4A52-1E44-ABD56E24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FA369-E517-F6EA-109D-CB0C5E22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118-53AC-4CBC-98BD-181F6589B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68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99B6D-A648-6BC3-56F4-B0AABD8EC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778CD5-02B0-BC1F-5725-82C59FC2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7604C-1E1F-2503-61D2-614E09936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F20F7-E3F6-CCD7-D979-5D2FBC70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07AE-553C-4FEE-A30D-0579B365DD2C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16032-DC5A-02C2-20B8-146CA596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88B07-864A-2300-435A-453AB8C10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118-53AC-4CBC-98BD-181F6589B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13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F845-AE13-4833-4092-3480D540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B83AC3-7039-4BAE-219B-95636525E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84558-FBB7-2181-30E1-CD5B9263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07AE-553C-4FEE-A30D-0579B365DD2C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4473E-C195-616E-F06C-0494A788B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1F30D-44DB-D693-8C23-B4E93D2C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118-53AC-4CBC-98BD-181F6589B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2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ACDF14-DEA6-F816-E4B4-E19EA756F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3A12C-9B18-27B5-A362-AAD3049C4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912DA-8715-1A9A-7E46-1D2D2EA6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07AE-553C-4FEE-A30D-0579B365DD2C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C5EA3-067B-230A-E5BD-425B53CA3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1E0A2-4581-468F-5790-685310BA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86118-53AC-4CBC-98BD-181F6589B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4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D719E-97E7-FC35-EC16-0D7F6B5F6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9F669-686D-4515-C528-09328FBDC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BC30B-0FB2-DC3D-667E-372E8DF43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207AE-553C-4FEE-A30D-0579B365DD2C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B4362-DD3C-EBEC-89C4-99A0364A5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CB96A-592B-90B7-7C7B-3F7BE73C1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86118-53AC-4CBC-98BD-181F6589B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71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70.png"/><Relationship Id="rId4" Type="http://schemas.openxmlformats.org/officeDocument/2006/relationships/customXml" Target="../ink/ink1.xml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customXml" Target="../ink/ink4.xml"/><Relationship Id="rId4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ustomXml" Target="../ink/ink5.xm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customXml" Target="../ink/ink6.xml"/><Relationship Id="rId4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ustomXml" Target="../ink/ink7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customXml" Target="../ink/ink8.xml"/><Relationship Id="rId4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88E49C-CEA2-EDCF-87FE-2E5516CCAAB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3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3D41A7-5A6B-6BD4-B5F0-636BBE1FD7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2400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026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684A01-8DB5-B7A7-F023-74F92C1649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4107"/>
            <a:ext cx="12192000" cy="680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97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D4FB76-4DBC-505C-CD61-F1C79B56FBC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4107"/>
            <a:ext cx="12192000" cy="680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87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198B3F-48A2-5253-CC79-5D03E1DED50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4107"/>
            <a:ext cx="12192000" cy="680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56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B5DF1-49F1-84AD-E140-BF69C1F9BB3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69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6E8B52-E6C8-A792-2E2D-4306A3DB7A0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93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C28272-7913-83FB-79E3-87564403E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60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11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31B5C48-3DDA-FE69-2EE9-D7E18A517F26}"/>
              </a:ext>
            </a:extLst>
          </p:cNvPr>
          <p:cNvSpPr/>
          <p:nvPr/>
        </p:nvSpPr>
        <p:spPr>
          <a:xfrm>
            <a:off x="10544537" y="6632294"/>
            <a:ext cx="1647463" cy="225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C28844-C6DD-85C8-0CA3-69BBFC962A1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684"/>
            <a:ext cx="12192000" cy="684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22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6D7F-51E7-0EA4-FBDE-73355DE53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2ACB1EF-6CEF-8A58-C8A6-8E6854F5CA1B}"/>
              </a:ext>
            </a:extLst>
          </p:cNvPr>
          <p:cNvSpPr/>
          <p:nvPr/>
        </p:nvSpPr>
        <p:spPr>
          <a:xfrm>
            <a:off x="10544537" y="6632294"/>
            <a:ext cx="1647463" cy="225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95C861-9A4D-F05C-1021-797B984F95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31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66FDD-1712-8D39-CC0A-EAA2EE30F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889219-E14C-E059-3604-F71FDD663A37}"/>
              </a:ext>
            </a:extLst>
          </p:cNvPr>
          <p:cNvSpPr/>
          <p:nvPr/>
        </p:nvSpPr>
        <p:spPr>
          <a:xfrm>
            <a:off x="10544537" y="6632294"/>
            <a:ext cx="1647463" cy="225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DCB0E7-EF5D-F78F-8E60-142593CA281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680"/>
            <a:ext cx="12192000" cy="684931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73DE82B-9EA1-8804-A9BB-C6743038FFC2}"/>
              </a:ext>
            </a:extLst>
          </p:cNvPr>
          <p:cNvSpPr/>
          <p:nvPr/>
        </p:nvSpPr>
        <p:spPr>
          <a:xfrm>
            <a:off x="2273808" y="5762244"/>
            <a:ext cx="495300" cy="217932"/>
          </a:xfrm>
          <a:prstGeom prst="ellipse">
            <a:avLst/>
          </a:prstGeom>
          <a:solidFill>
            <a:srgbClr val="EF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9DFF9C-E6DF-7937-B886-3E0FCF991148}"/>
              </a:ext>
            </a:extLst>
          </p:cNvPr>
          <p:cNvSpPr/>
          <p:nvPr/>
        </p:nvSpPr>
        <p:spPr>
          <a:xfrm>
            <a:off x="2022348" y="5804917"/>
            <a:ext cx="306324" cy="217932"/>
          </a:xfrm>
          <a:prstGeom prst="ellipse">
            <a:avLst/>
          </a:prstGeom>
          <a:solidFill>
            <a:srgbClr val="EF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393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5383-6BD3-0562-9F9E-1C28882C7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DE5B7C5-774F-4484-363F-FECB7994AA87}"/>
              </a:ext>
            </a:extLst>
          </p:cNvPr>
          <p:cNvSpPr/>
          <p:nvPr/>
        </p:nvSpPr>
        <p:spPr>
          <a:xfrm>
            <a:off x="10544537" y="6632294"/>
            <a:ext cx="1647463" cy="225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68D34-88EF-ADE2-BF3C-4FE3F5B8C03E}"/>
              </a:ext>
            </a:extLst>
          </p:cNvPr>
          <p:cNvSpPr/>
          <p:nvPr/>
        </p:nvSpPr>
        <p:spPr>
          <a:xfrm>
            <a:off x="2273808" y="5762244"/>
            <a:ext cx="495300" cy="217932"/>
          </a:xfrm>
          <a:prstGeom prst="ellipse">
            <a:avLst/>
          </a:prstGeom>
          <a:solidFill>
            <a:srgbClr val="EF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ECF8AB3-841F-AED3-544B-5684A5A1B0BC}"/>
              </a:ext>
            </a:extLst>
          </p:cNvPr>
          <p:cNvSpPr/>
          <p:nvPr/>
        </p:nvSpPr>
        <p:spPr>
          <a:xfrm>
            <a:off x="2022348" y="5804917"/>
            <a:ext cx="306324" cy="217932"/>
          </a:xfrm>
          <a:prstGeom prst="ellipse">
            <a:avLst/>
          </a:prstGeom>
          <a:solidFill>
            <a:srgbClr val="EF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A845DB-FDBF-C5EC-C440-655F350663D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56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99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78A4C9-F58B-313D-D88B-BDAC28D89B1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92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25F18D-A885-CC12-571B-AD168B06617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-2"/>
            <a:ext cx="12192000" cy="685800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4D4518B-CF92-D6D1-C2C2-A30A77F0BC1C}"/>
              </a:ext>
            </a:extLst>
          </p:cNvPr>
          <p:cNvSpPr/>
          <p:nvPr/>
        </p:nvSpPr>
        <p:spPr>
          <a:xfrm>
            <a:off x="11293814" y="6070060"/>
            <a:ext cx="710118" cy="622570"/>
          </a:xfrm>
          <a:prstGeom prst="ellipse">
            <a:avLst/>
          </a:prstGeom>
          <a:solidFill>
            <a:srgbClr val="D6E0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56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8E6957C0-D338-5AC2-C2F3-4E19ED01642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4107"/>
            <a:ext cx="12192000" cy="680978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6257900-403C-2A44-D303-67B832400FB6}"/>
              </a:ext>
            </a:extLst>
          </p:cNvPr>
          <p:cNvSpPr/>
          <p:nvPr/>
        </p:nvSpPr>
        <p:spPr>
          <a:xfrm>
            <a:off x="11428971" y="6120965"/>
            <a:ext cx="557526" cy="454680"/>
          </a:xfrm>
          <a:prstGeom prst="rect">
            <a:avLst/>
          </a:prstGeom>
          <a:solidFill>
            <a:srgbClr val="D7E1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27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2F970D-96FF-72BC-C0FF-69E3C976056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3909"/>
            <a:ext cx="1257300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25DED3D-B7CD-5DC5-F813-BF577B68DC82}"/>
              </a:ext>
            </a:extLst>
          </p:cNvPr>
          <p:cNvSpPr/>
          <p:nvPr/>
        </p:nvSpPr>
        <p:spPr>
          <a:xfrm>
            <a:off x="11846560" y="6156960"/>
            <a:ext cx="457200" cy="548640"/>
          </a:xfrm>
          <a:prstGeom prst="ellipse">
            <a:avLst/>
          </a:prstGeom>
          <a:solidFill>
            <a:srgbClr val="97D1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07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26176824-7946-6969-3841-DD5C101DF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5675077-BFF1-36B0-EA6D-B4599DBA72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637796C-75D6-BAA5-036C-0E9E7F85B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BFBD50A-DBB5-04FA-45B9-183C84E4C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2659E1E-0E9F-DC4F-40A9-CFA17EDF7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8217318" y="7059"/>
              <a:ext cx="3974283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4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90610078-641C-BE8B-DCC8-19D6DAD685C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2716" y="95418"/>
            <a:ext cx="11938653" cy="66188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53D4787-0470-9AE5-9100-BFC8B0BD12DF}"/>
                  </a:ext>
                </a:extLst>
              </p14:cNvPr>
              <p14:cNvContentPartPr/>
              <p14:nvPr/>
            </p14:nvContentPartPr>
            <p14:xfrm>
              <a:off x="472400" y="5973600"/>
              <a:ext cx="25920" cy="357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53D4787-0470-9AE5-9100-BFC8B0BD12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8400" y="5865600"/>
                <a:ext cx="13356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18D08D9-A691-10A7-3BC2-AF41FA1B5839}"/>
                  </a:ext>
                </a:extLst>
              </p14:cNvPr>
              <p14:cNvContentPartPr/>
              <p14:nvPr/>
            </p14:nvContentPartPr>
            <p14:xfrm>
              <a:off x="467000" y="624792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18D08D9-A691-10A7-3BC2-AF41FA1B58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3000" y="6139920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52" name="Picture 51">
            <a:extLst>
              <a:ext uri="{FF2B5EF4-FFF2-40B4-BE49-F238E27FC236}">
                <a16:creationId xmlns:a16="http://schemas.microsoft.com/office/drawing/2014/main" id="{C21659D3-1421-BE78-D63B-8155B20A05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4792" y="474967"/>
            <a:ext cx="663304" cy="642575"/>
          </a:xfrm>
          <a:prstGeom prst="roundRect">
            <a:avLst>
              <a:gd name="adj" fmla="val 19829"/>
            </a:avLst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AFD7FEF-B99C-72F1-C97B-5C79AEB14A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713" y="496174"/>
            <a:ext cx="485843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9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4FD01-E2A9-6F06-4E99-3877EBCF3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8E710F7A-1EA4-91AD-CC67-984C00A46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19D9AAF-9648-DE82-656B-6ABB84A54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09BD157-BD71-5084-3A6F-AA59B45DC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D61F163-FB72-6C20-1BB2-262768D7C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873FE38-A634-FDCD-F0CB-A7220961F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8217318" y="7059"/>
              <a:ext cx="3974283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4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DC632BA-2488-3B1C-606A-38B263BDB0AC}"/>
                  </a:ext>
                </a:extLst>
              </p14:cNvPr>
              <p14:cNvContentPartPr/>
              <p14:nvPr/>
            </p14:nvContentPartPr>
            <p14:xfrm>
              <a:off x="472400" y="5973600"/>
              <a:ext cx="25920" cy="357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DC632BA-2488-3B1C-606A-38B263BDB0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400" y="5865600"/>
                <a:ext cx="13356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C6A0605-8D26-F2C1-9467-E4998E29BEAB}"/>
                  </a:ext>
                </a:extLst>
              </p14:cNvPr>
              <p14:cNvContentPartPr/>
              <p14:nvPr/>
            </p14:nvContentPartPr>
            <p14:xfrm>
              <a:off x="467000" y="624792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C6A0605-8D26-F2C1-9467-E4998E29BEA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3000" y="6139920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176BBAA-7E74-E3E0-570B-B0C730E1A43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603" y="94119"/>
            <a:ext cx="11941304" cy="666976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7B346-85D1-500A-6F62-2D5115395A81}"/>
              </a:ext>
            </a:extLst>
          </p:cNvPr>
          <p:cNvSpPr/>
          <p:nvPr/>
        </p:nvSpPr>
        <p:spPr>
          <a:xfrm>
            <a:off x="955065" y="2840180"/>
            <a:ext cx="5058190" cy="3407740"/>
          </a:xfrm>
          <a:prstGeom prst="roundRect">
            <a:avLst>
              <a:gd name="adj" fmla="val 5039"/>
            </a:avLst>
          </a:prstGeom>
          <a:solidFill>
            <a:srgbClr val="EFF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71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7B748D-73BE-F6C4-6B10-FA71E0C0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F00FC060-E349-0FEF-595E-605173A97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8C9985D-1231-B6D3-E789-BB37E18C4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D885367-4019-ECE0-FEC8-3CE1F4F96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1E3241C-1941-D070-25D4-54D8CE861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B30BB33-AECB-0F7B-39A9-FBF6E44AD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8217318" y="7059"/>
              <a:ext cx="3974283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4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4B0C5F6-4387-B510-A922-5AECF18391C9}"/>
                  </a:ext>
                </a:extLst>
              </p14:cNvPr>
              <p14:cNvContentPartPr/>
              <p14:nvPr/>
            </p14:nvContentPartPr>
            <p14:xfrm>
              <a:off x="472400" y="5973600"/>
              <a:ext cx="25920" cy="357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4B0C5F6-4387-B510-A922-5AECF18391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400" y="5865600"/>
                <a:ext cx="13356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28E551D-A9A8-17BD-F1B4-D88B9C092047}"/>
                  </a:ext>
                </a:extLst>
              </p14:cNvPr>
              <p14:cNvContentPartPr/>
              <p14:nvPr/>
            </p14:nvContentPartPr>
            <p14:xfrm>
              <a:off x="467000" y="624792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28E551D-A9A8-17BD-F1B4-D88B9C0920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3000" y="6139920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52C2560-6785-1505-5B4D-CD549B339CF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9225" y="120322"/>
            <a:ext cx="11893550" cy="661735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0A2164-8A76-AB18-92C5-A734214485F9}"/>
              </a:ext>
            </a:extLst>
          </p:cNvPr>
          <p:cNvSpPr/>
          <p:nvPr/>
        </p:nvSpPr>
        <p:spPr>
          <a:xfrm>
            <a:off x="853440" y="2773680"/>
            <a:ext cx="2690087" cy="3677920"/>
          </a:xfrm>
          <a:prstGeom prst="roundRect">
            <a:avLst>
              <a:gd name="adj" fmla="val 7603"/>
            </a:avLst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3CE8E-7B41-8058-0186-8478482299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622" y="588920"/>
            <a:ext cx="485843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34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A847F-EFFC-FA11-0642-ECE5F36CF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E40F86A1-E380-3E19-4C0A-CBC706685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ABCE8AD-BDCA-27A3-92C4-2BEC15B58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F502B5E-985E-0E2F-F802-EF3B731F22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057E8A5-9972-2EA0-373B-6791D1DC7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52A3300-730E-59CA-B713-C2F969159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8217318" y="7059"/>
              <a:ext cx="3974283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4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649FF0E-3C8B-1129-6BD1-30EBA258B01E}"/>
                  </a:ext>
                </a:extLst>
              </p14:cNvPr>
              <p14:cNvContentPartPr/>
              <p14:nvPr/>
            </p14:nvContentPartPr>
            <p14:xfrm>
              <a:off x="472400" y="5973600"/>
              <a:ext cx="25920" cy="357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649FF0E-3C8B-1129-6BD1-30EBA258B0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400" y="5865600"/>
                <a:ext cx="13356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D684D65-E86D-AD99-F84C-5A0AA1782E34}"/>
                  </a:ext>
                </a:extLst>
              </p14:cNvPr>
              <p14:cNvContentPartPr/>
              <p14:nvPr/>
            </p14:nvContentPartPr>
            <p14:xfrm>
              <a:off x="467000" y="624792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D684D65-E86D-AD99-F84C-5A0AA1782E3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3000" y="6139920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A0DECAF-46B1-2427-5B16-E0AAC0B74ED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34" y="152764"/>
            <a:ext cx="12004332" cy="6613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4CA595-E190-1AF6-78D2-F723FC8AFF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919" y="578760"/>
            <a:ext cx="485843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902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AE12-1D10-4DDF-5A27-ADE29A4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411C60C-24A3-317E-4E8F-4D91C980D855}"/>
              </a:ext>
            </a:extLst>
          </p:cNvPr>
          <p:cNvSpPr/>
          <p:nvPr/>
        </p:nvSpPr>
        <p:spPr>
          <a:xfrm>
            <a:off x="10544537" y="6632294"/>
            <a:ext cx="1647463" cy="225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9A4ADA-303E-4032-2090-83EFFBB7F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376EF-381F-0E2A-06A9-61ED4BCC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52560D4-C598-EA2D-2890-EA3B367DB028}"/>
              </a:ext>
            </a:extLst>
          </p:cNvPr>
          <p:cNvSpPr/>
          <p:nvPr/>
        </p:nvSpPr>
        <p:spPr>
          <a:xfrm>
            <a:off x="10544537" y="6632294"/>
            <a:ext cx="1647463" cy="225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C1E8CA-9E6E-A04A-F3B9-56F975162EE9}"/>
              </a:ext>
            </a:extLst>
          </p:cNvPr>
          <p:cNvSpPr/>
          <p:nvPr/>
        </p:nvSpPr>
        <p:spPr>
          <a:xfrm>
            <a:off x="2273808" y="5762244"/>
            <a:ext cx="495300" cy="217932"/>
          </a:xfrm>
          <a:prstGeom prst="ellipse">
            <a:avLst/>
          </a:prstGeom>
          <a:solidFill>
            <a:srgbClr val="EF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0F4953-3353-3F23-13DC-BD2496D74539}"/>
              </a:ext>
            </a:extLst>
          </p:cNvPr>
          <p:cNvSpPr/>
          <p:nvPr/>
        </p:nvSpPr>
        <p:spPr>
          <a:xfrm>
            <a:off x="2022348" y="5804917"/>
            <a:ext cx="306324" cy="217932"/>
          </a:xfrm>
          <a:prstGeom prst="ellipse">
            <a:avLst/>
          </a:prstGeom>
          <a:solidFill>
            <a:srgbClr val="EF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EC162E-C248-3692-E02A-8A2BA7BB374F}"/>
              </a:ext>
            </a:extLst>
          </p:cNvPr>
          <p:cNvSpPr/>
          <p:nvPr/>
        </p:nvSpPr>
        <p:spPr>
          <a:xfrm>
            <a:off x="4787630" y="6546715"/>
            <a:ext cx="2616740" cy="225706"/>
          </a:xfrm>
          <a:prstGeom prst="roundRect">
            <a:avLst/>
          </a:prstGeom>
          <a:solidFill>
            <a:srgbClr val="C1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164821-8B29-04C1-925C-3909ABCCB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48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FDF83-09BE-ADDF-FECD-0F0AE7B8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161F3E2-4848-8722-04CE-27EC9294725A}"/>
              </a:ext>
            </a:extLst>
          </p:cNvPr>
          <p:cNvSpPr/>
          <p:nvPr/>
        </p:nvSpPr>
        <p:spPr>
          <a:xfrm>
            <a:off x="10544537" y="6632294"/>
            <a:ext cx="1647463" cy="225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0097D6-4C63-4956-FB62-C3A2D5BF29CF}"/>
              </a:ext>
            </a:extLst>
          </p:cNvPr>
          <p:cNvSpPr/>
          <p:nvPr/>
        </p:nvSpPr>
        <p:spPr>
          <a:xfrm>
            <a:off x="2273808" y="5762244"/>
            <a:ext cx="495300" cy="217932"/>
          </a:xfrm>
          <a:prstGeom prst="ellipse">
            <a:avLst/>
          </a:prstGeom>
          <a:solidFill>
            <a:srgbClr val="EF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4D7375-C4B2-20E5-7F60-12A95A5FE130}"/>
              </a:ext>
            </a:extLst>
          </p:cNvPr>
          <p:cNvSpPr/>
          <p:nvPr/>
        </p:nvSpPr>
        <p:spPr>
          <a:xfrm>
            <a:off x="2022348" y="5804917"/>
            <a:ext cx="306324" cy="217932"/>
          </a:xfrm>
          <a:prstGeom prst="ellipse">
            <a:avLst/>
          </a:prstGeom>
          <a:solidFill>
            <a:srgbClr val="EF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51886C-A6FA-27AE-5960-D60D7E383AC9}"/>
              </a:ext>
            </a:extLst>
          </p:cNvPr>
          <p:cNvSpPr/>
          <p:nvPr/>
        </p:nvSpPr>
        <p:spPr>
          <a:xfrm>
            <a:off x="4787630" y="6546715"/>
            <a:ext cx="2616740" cy="225706"/>
          </a:xfrm>
          <a:prstGeom prst="roundRect">
            <a:avLst/>
          </a:prstGeom>
          <a:solidFill>
            <a:srgbClr val="C1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183D33-E516-E874-740E-7E9CF1BC8A4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386"/>
            <a:ext cx="12192000" cy="684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2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C8276-63AA-02E5-0CA0-AC6C37252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C51F4C8-AA17-6564-92E9-4E3F8B76A306}"/>
              </a:ext>
            </a:extLst>
          </p:cNvPr>
          <p:cNvSpPr/>
          <p:nvPr/>
        </p:nvSpPr>
        <p:spPr>
          <a:xfrm>
            <a:off x="10544537" y="6632294"/>
            <a:ext cx="1647463" cy="225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FFD354-EF18-C41C-A3DA-558B62270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02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7C80B-8F12-48AF-D5F7-F61FB99D0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5A8A7AA-A1DA-31B2-B787-DC498B445F1C}"/>
              </a:ext>
            </a:extLst>
          </p:cNvPr>
          <p:cNvSpPr/>
          <p:nvPr/>
        </p:nvSpPr>
        <p:spPr>
          <a:xfrm>
            <a:off x="10544537" y="6632294"/>
            <a:ext cx="1647463" cy="225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557E60A-D71D-1E9B-1056-140A4EE074B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FD6A850-7701-BCAF-39B0-E7F571F024B9}"/>
              </a:ext>
            </a:extLst>
          </p:cNvPr>
          <p:cNvSpPr/>
          <p:nvPr/>
        </p:nvSpPr>
        <p:spPr>
          <a:xfrm>
            <a:off x="8424154" y="3656303"/>
            <a:ext cx="461956" cy="477952"/>
          </a:xfrm>
          <a:prstGeom prst="rect">
            <a:avLst/>
          </a:prstGeom>
          <a:solidFill>
            <a:srgbClr val="F3E2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85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F058-8132-4732-7F6B-137DF9BD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E1EF100-0ABD-09D9-500B-30BC03320A95}"/>
              </a:ext>
            </a:extLst>
          </p:cNvPr>
          <p:cNvSpPr/>
          <p:nvPr/>
        </p:nvSpPr>
        <p:spPr>
          <a:xfrm>
            <a:off x="10544537" y="6632294"/>
            <a:ext cx="1647463" cy="225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CE01B9-CE91-4993-03A9-59EA749DAE4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83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39666-DE3B-794B-56AC-EC638DD6C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4179F1B-A7B2-CAFD-7EC1-356C24E95B51}"/>
              </a:ext>
            </a:extLst>
          </p:cNvPr>
          <p:cNvSpPr/>
          <p:nvPr/>
        </p:nvSpPr>
        <p:spPr>
          <a:xfrm>
            <a:off x="10544537" y="6632294"/>
            <a:ext cx="1647463" cy="225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8526D0-A7EF-FF24-97C0-0D73EB6E8C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28FB969-58B4-F0C7-3D16-4B7888075C9F}"/>
              </a:ext>
            </a:extLst>
          </p:cNvPr>
          <p:cNvSpPr/>
          <p:nvPr/>
        </p:nvSpPr>
        <p:spPr>
          <a:xfrm>
            <a:off x="3920247" y="885217"/>
            <a:ext cx="398834" cy="457200"/>
          </a:xfrm>
          <a:prstGeom prst="ellipse">
            <a:avLst/>
          </a:prstGeom>
          <a:solidFill>
            <a:srgbClr val="2151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Adhesive Bandage with solid fill">
            <a:extLst>
              <a:ext uri="{FF2B5EF4-FFF2-40B4-BE49-F238E27FC236}">
                <a16:creationId xmlns:a16="http://schemas.microsoft.com/office/drawing/2014/main" id="{75EC7C65-4FC6-4E68-9375-A5101484B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353481">
            <a:off x="3876148" y="870301"/>
            <a:ext cx="487033" cy="48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738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77A2B-B7F8-762E-574F-3191F0BDD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2A6640-5DFE-B6F2-32E8-8D647647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360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96FB83-22A3-5039-D4B6-65D9695E748A}"/>
              </a:ext>
            </a:extLst>
          </p:cNvPr>
          <p:cNvSpPr/>
          <p:nvPr/>
        </p:nvSpPr>
        <p:spPr>
          <a:xfrm>
            <a:off x="0" y="5984111"/>
            <a:ext cx="925975" cy="873889"/>
          </a:xfrm>
          <a:prstGeom prst="rect">
            <a:avLst/>
          </a:prstGeom>
          <a:solidFill>
            <a:srgbClr val="E8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53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78368" y="2647782"/>
            <a:ext cx="7235265" cy="1345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95"/>
              </a:lnSpc>
            </a:pPr>
            <a:r>
              <a:rPr lang="en-US" sz="8210" b="1" dirty="0">
                <a:solidFill>
                  <a:srgbClr val="0A461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THANK YOU!</a:t>
            </a:r>
          </a:p>
        </p:txBody>
      </p:sp>
      <p:sp>
        <p:nvSpPr>
          <p:cNvPr id="6" name="Freeform 6"/>
          <p:cNvSpPr/>
          <p:nvPr/>
        </p:nvSpPr>
        <p:spPr>
          <a:xfrm>
            <a:off x="8061366" y="5685234"/>
            <a:ext cx="6349675" cy="1754819"/>
          </a:xfrm>
          <a:custGeom>
            <a:avLst/>
            <a:gdLst/>
            <a:ahLst/>
            <a:cxnLst/>
            <a:rect l="l" t="t" r="r" b="b"/>
            <a:pathLst>
              <a:path w="9524513" h="2632229">
                <a:moveTo>
                  <a:pt x="0" y="0"/>
                </a:moveTo>
                <a:lnTo>
                  <a:pt x="9524513" y="0"/>
                </a:lnTo>
                <a:lnTo>
                  <a:pt x="9524513" y="2632229"/>
                </a:lnTo>
                <a:lnTo>
                  <a:pt x="0" y="263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EG" sz="1200"/>
          </a:p>
        </p:txBody>
      </p:sp>
      <p:sp>
        <p:nvSpPr>
          <p:cNvPr id="7" name="Freeform 7"/>
          <p:cNvSpPr/>
          <p:nvPr/>
        </p:nvSpPr>
        <p:spPr>
          <a:xfrm>
            <a:off x="-2219040" y="-582052"/>
            <a:ext cx="6349675" cy="1754819"/>
          </a:xfrm>
          <a:custGeom>
            <a:avLst/>
            <a:gdLst/>
            <a:ahLst/>
            <a:cxnLst/>
            <a:rect l="l" t="t" r="r" b="b"/>
            <a:pathLst>
              <a:path w="9524513" h="2632229">
                <a:moveTo>
                  <a:pt x="0" y="0"/>
                </a:moveTo>
                <a:lnTo>
                  <a:pt x="9524513" y="0"/>
                </a:lnTo>
                <a:lnTo>
                  <a:pt x="9524513" y="2632229"/>
                </a:lnTo>
                <a:lnTo>
                  <a:pt x="0" y="263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EG" sz="1200"/>
          </a:p>
        </p:txBody>
      </p:sp>
      <p:sp>
        <p:nvSpPr>
          <p:cNvPr id="8" name="Freeform 8"/>
          <p:cNvSpPr/>
          <p:nvPr/>
        </p:nvSpPr>
        <p:spPr>
          <a:xfrm>
            <a:off x="9194035" y="1336046"/>
            <a:ext cx="884071" cy="884071"/>
          </a:xfrm>
          <a:custGeom>
            <a:avLst/>
            <a:gdLst/>
            <a:ahLst/>
            <a:cxnLst/>
            <a:rect l="l" t="t" r="r" b="b"/>
            <a:pathLst>
              <a:path w="1326107" h="1326107">
                <a:moveTo>
                  <a:pt x="0" y="0"/>
                </a:moveTo>
                <a:lnTo>
                  <a:pt x="1326106" y="0"/>
                </a:lnTo>
                <a:lnTo>
                  <a:pt x="1326106" y="1326107"/>
                </a:lnTo>
                <a:lnTo>
                  <a:pt x="0" y="1326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 sz="1200"/>
          </a:p>
        </p:txBody>
      </p:sp>
      <p:sp>
        <p:nvSpPr>
          <p:cNvPr id="9" name="Freeform 9"/>
          <p:cNvSpPr/>
          <p:nvPr/>
        </p:nvSpPr>
        <p:spPr>
          <a:xfrm>
            <a:off x="9636071" y="713029"/>
            <a:ext cx="1240992" cy="396245"/>
          </a:xfrm>
          <a:custGeom>
            <a:avLst/>
            <a:gdLst/>
            <a:ahLst/>
            <a:cxnLst/>
            <a:rect l="l" t="t" r="r" b="b"/>
            <a:pathLst>
              <a:path w="1861488" h="594368">
                <a:moveTo>
                  <a:pt x="0" y="0"/>
                </a:moveTo>
                <a:lnTo>
                  <a:pt x="1861488" y="0"/>
                </a:lnTo>
                <a:lnTo>
                  <a:pt x="1861488" y="594368"/>
                </a:lnTo>
                <a:lnTo>
                  <a:pt x="0" y="594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68213-712E-AEC1-8323-6160A0C4DB3F}"/>
              </a:ext>
            </a:extLst>
          </p:cNvPr>
          <p:cNvSpPr txBox="1"/>
          <p:nvPr/>
        </p:nvSpPr>
        <p:spPr>
          <a:xfrm>
            <a:off x="2151921" y="3641943"/>
            <a:ext cx="7580032" cy="747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Bef>
                <a:spcPct val="0"/>
              </a:spcBef>
            </a:pPr>
            <a:r>
              <a:rPr lang="en-GB" sz="3000" b="1" dirty="0">
                <a:latin typeface="+mj-lt"/>
              </a:rPr>
              <a:t>Fatima Fayez</a:t>
            </a:r>
            <a:endParaRPr lang="en-US" sz="3000" b="1" dirty="0">
              <a:solidFill>
                <a:srgbClr val="24314F"/>
              </a:solidFill>
              <a:latin typeface="+mj-lt"/>
              <a:ea typeface="Akzidenz-Grotesk Heavy"/>
              <a:cs typeface="Montaser Arabic Heavy" panose="020B0604020202020204" charset="-78"/>
              <a:sym typeface="Akzidenz-Grotesk Heavy"/>
            </a:endParaRPr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75DF0244-428A-3D72-A65C-92143416E24D}"/>
              </a:ext>
            </a:extLst>
          </p:cNvPr>
          <p:cNvSpPr/>
          <p:nvPr/>
        </p:nvSpPr>
        <p:spPr>
          <a:xfrm>
            <a:off x="1117600" y="5487111"/>
            <a:ext cx="1240992" cy="396245"/>
          </a:xfrm>
          <a:custGeom>
            <a:avLst/>
            <a:gdLst/>
            <a:ahLst/>
            <a:cxnLst/>
            <a:rect l="l" t="t" r="r" b="b"/>
            <a:pathLst>
              <a:path w="1861488" h="594368">
                <a:moveTo>
                  <a:pt x="0" y="0"/>
                </a:moveTo>
                <a:lnTo>
                  <a:pt x="1861488" y="0"/>
                </a:lnTo>
                <a:lnTo>
                  <a:pt x="1861488" y="594368"/>
                </a:lnTo>
                <a:lnTo>
                  <a:pt x="0" y="594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 sz="1200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2671780F-D691-B783-21B9-E4053D0825FE}"/>
              </a:ext>
            </a:extLst>
          </p:cNvPr>
          <p:cNvSpPr/>
          <p:nvPr/>
        </p:nvSpPr>
        <p:spPr>
          <a:xfrm>
            <a:off x="2036333" y="4258117"/>
            <a:ext cx="884071" cy="884071"/>
          </a:xfrm>
          <a:custGeom>
            <a:avLst/>
            <a:gdLst/>
            <a:ahLst/>
            <a:cxnLst/>
            <a:rect l="l" t="t" r="r" b="b"/>
            <a:pathLst>
              <a:path w="1326107" h="1326107">
                <a:moveTo>
                  <a:pt x="0" y="0"/>
                </a:moveTo>
                <a:lnTo>
                  <a:pt x="1326106" y="0"/>
                </a:lnTo>
                <a:lnTo>
                  <a:pt x="1326106" y="1326107"/>
                </a:lnTo>
                <a:lnTo>
                  <a:pt x="0" y="1326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10</Words>
  <Application>Microsoft Office PowerPoint</Application>
  <PresentationFormat>Widescreen</PresentationFormat>
  <Paragraphs>7</Paragraphs>
  <Slides>29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Montaser Arabic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عثمان محمد ابراهيم محمد خضير</dc:creator>
  <cp:lastModifiedBy>عثمان محمد ابراهيم محمد خضير</cp:lastModifiedBy>
  <cp:revision>25</cp:revision>
  <dcterms:created xsi:type="dcterms:W3CDTF">2026-04-01T11:50:26Z</dcterms:created>
  <dcterms:modified xsi:type="dcterms:W3CDTF">2026-10-06T23:08:38Z</dcterms:modified>
</cp:coreProperties>
</file>